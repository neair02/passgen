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Тема проекта — генератор и хранилище паролей. Технология: Flask + SQLite.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 проблему: большинство людей используют слабые или одинаковые пароли. Наше решение — простое локальное приложение без подписок.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два экрана: слева генератор с ползунком длины и опциями, справа хранилище со скрытыми паролями и поиском.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 схему: браузер → Flask (маршруты) → SQLite. Показать таблицу маршрутов — это то, что проверял преподаватель.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 суть алгоритма: сначала обязательные символы, потом shuffle. Это гарантирует что пароль всегда соответствует выбранным настройкам.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6 тестов написаны на pytest и проходят. Тесты покрывают: GET-маршруты, POST-маршруты, поиск, 404, валидацию и генератор.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Подвести итог: проект выполнен полностью. Перечислить что получилось, что вызвало трудности и что можно улучшить в будущем.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457200"/>
            <a:ext cx="1828800" cy="1828800"/>
          </a:xfrm>
          <a:prstGeom prst="ellipse">
            <a:avLst/>
          </a:prstGeom>
          <a:solidFill>
            <a:srgbClr val="1C2A3A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0" y="502920"/>
            <a:ext cx="18288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🔐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PassVault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Генератор и хранилище паролей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Самостоятельная работа · ТРПО 2026 · </a:t>
            </a:r>
            <a:r>
              <a:rPr lang="ru-RU" alt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Суфияров Динар</a:t>
            </a:r>
            <a:r>
              <a:rPr 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· </a:t>
            </a:r>
            <a:r>
              <a:rPr 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ИС202к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Идея проекта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1C1C24"/>
          </a:solidFill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43000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😩  Проблема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74904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Пользователи придумывают слабые пароли типа «123456» или «qwerty»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Используют один пароль на всех сайтах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Не хотят платить за коммерческие менеджеры паролей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5156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142014"/>
          </a:solidFill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749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Решение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374904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Генератор паролей с настройкой длины и символов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Локальное хранилище паролей с меткой и логином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Пароли скрыты, показываются по кнопке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Поиск, редактирование, удаление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Интерфейс приложения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161B22"/>
          </a:solidFill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localhost:5000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🔐  PassVault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3200400" cy="457200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X7#mKp2$qL9vNr4!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Длина: 16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3657600" cy="109728"/>
          </a:xfrm>
          <a:prstGeom prst="roundRect">
            <a:avLst>
              <a:gd name="adj" fmla="val 50000"/>
            </a:avLst>
          </a:prstGeom>
          <a:solidFill>
            <a:srgbClr val="30363D"/>
          </a:solidFill>
        </p:spPr>
      </p:sp>
      <p:sp>
        <p:nvSpPr>
          <p:cNvPr id="11" name="Shape 9"/>
          <p:cNvSpPr/>
          <p:nvPr/>
        </p:nvSpPr>
        <p:spPr>
          <a:xfrm>
            <a:off x="2011680" y="2871216"/>
            <a:ext cx="219456" cy="219456"/>
          </a:xfrm>
          <a:prstGeom prst="ellipse">
            <a:avLst/>
          </a:prstGeom>
          <a:solidFill>
            <a:srgbClr val="58A6FF"/>
          </a:solidFill>
        </p:spPr>
      </p:sp>
      <p:sp>
        <p:nvSpPr>
          <p:cNvPr id="12" name="Text 10"/>
          <p:cNvSpPr/>
          <p:nvPr/>
        </p:nvSpPr>
        <p:spPr>
          <a:xfrm>
            <a:off x="548640" y="32004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A–Z ✓    0–9 ✓    !@# 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3657600" cy="411480"/>
          </a:xfrm>
          <a:prstGeom prst="roundRect">
            <a:avLst>
              <a:gd name="adj" fmla="val 15556"/>
            </a:avLst>
          </a:prstGeom>
          <a:solidFill>
            <a:srgbClr val="58A6FF"/>
          </a:solidFill>
        </p:spPr>
      </p:sp>
      <p:sp>
        <p:nvSpPr>
          <p:cNvPr id="14" name="Text 12"/>
          <p:cNvSpPr/>
          <p:nvPr/>
        </p:nvSpPr>
        <p:spPr>
          <a:xfrm>
            <a:off x="548640" y="35661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Сгенерировать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66344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Генератор паролей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161B22"/>
          </a:solidFill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18872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Хранилище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691640"/>
            <a:ext cx="3657600" cy="347472"/>
          </a:xfrm>
          <a:prstGeom prst="roundRect">
            <a:avLst>
              <a:gd name="adj" fmla="val 1578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691640"/>
            <a:ext cx="3657600" cy="34747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 Поиск…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3657600" cy="566928"/>
          </a:xfrm>
          <a:prstGeom prst="roundRect">
            <a:avLst>
              <a:gd name="adj" fmla="val 11290"/>
            </a:avLst>
          </a:prstGeom>
          <a:solidFill>
            <a:srgbClr val="1A1F26"/>
          </a:solidFill>
        </p:spPr>
      </p:sp>
      <p:sp>
        <p:nvSpPr>
          <p:cNvPr id="21" name="Text 19"/>
          <p:cNvSpPr/>
          <p:nvPr/>
        </p:nvSpPr>
        <p:spPr>
          <a:xfrm>
            <a:off x="4846320" y="228600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53288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user@mail.com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2350008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••••••••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233172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👁 📋 ✏️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898648"/>
            <a:ext cx="3657600" cy="566928"/>
          </a:xfrm>
          <a:prstGeom prst="roundRect">
            <a:avLst>
              <a:gd name="adj" fmla="val 11290"/>
            </a:avLst>
          </a:prstGeom>
          <a:solidFill>
            <a:srgbClr val="161B22"/>
          </a:solidFill>
        </p:spPr>
      </p:sp>
      <p:sp>
        <p:nvSpPr>
          <p:cNvPr id="26" name="Text 24"/>
          <p:cNvSpPr/>
          <p:nvPr/>
        </p:nvSpPr>
        <p:spPr>
          <a:xfrm>
            <a:off x="4846320" y="2944368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Telegram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191256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dinar200</a:t>
            </a:r>
            <a:r>
              <a:rPr lang="ru-RU" alt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ru-RU" altLang="en-US" sz="1000" dirty="0">
              <a:solidFill>
                <a:srgbClr val="8B949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66560" y="3008376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••••••••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63840" y="2990088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👁 📋 ✏️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57016"/>
            <a:ext cx="3657600" cy="566928"/>
          </a:xfrm>
          <a:prstGeom prst="roundRect">
            <a:avLst>
              <a:gd name="adj" fmla="val 11290"/>
            </a:avLst>
          </a:prstGeom>
          <a:solidFill>
            <a:srgbClr val="1A1F26"/>
          </a:solidFill>
        </p:spPr>
      </p:sp>
      <p:sp>
        <p:nvSpPr>
          <p:cNvPr id="31" name="Text 29"/>
          <p:cNvSpPr/>
          <p:nvPr/>
        </p:nvSpPr>
        <p:spPr>
          <a:xfrm>
            <a:off x="4846320" y="3602736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84962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dinar_is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366674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••••••••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63840" y="3648456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👁 📋 ✏️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466344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Хранилище паролей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Архитектура и технологии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1C2A3A"/>
          </a:solidFill>
          <a:ln w="25400">
            <a:solidFill>
              <a:srgbClr val="58A6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3258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Браузер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· CSS · JS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(Fetch API)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1A2A1A"/>
          </a:solidFill>
          <a:ln w="25400">
            <a:solidFill>
              <a:srgbClr val="3FB9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3258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Flask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192024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маршрутов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2377440" cy="2011680"/>
          </a:xfrm>
          <a:prstGeom prst="roundRect">
            <a:avLst>
              <a:gd name="adj" fmla="val 5455"/>
            </a:avLst>
          </a:prstGeom>
          <a:solidFill>
            <a:srgbClr val="2A1A1A"/>
          </a:solidFill>
          <a:ln w="25400">
            <a:solidFill>
              <a:srgbClr val="F85149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3258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SQLite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92024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passwords.db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таблица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194560"/>
            <a:ext cx="731520" cy="0"/>
          </a:xfrm>
          <a:prstGeom prst="line">
            <a:avLst/>
          </a:prstGeom>
          <a:noFill/>
          <a:ln w="254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92024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GET/POST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2194560"/>
            <a:ext cx="64008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920240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3429000"/>
            <a:ext cx="8595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Основные маршруты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274320" y="3703320"/>
          <a:ext cx="8595360" cy="1234440"/>
        </p:xfrm>
        <a:graphic>
          <a:graphicData uri="http://schemas.openxmlformats.org/drawingml/2006/table">
            <a:tbl>
              <a:tblPr/>
              <a:tblGrid>
                <a:gridCol w="2926080"/>
                <a:gridCol w="5669280"/>
              </a:tblGrid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Маршрут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Описание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GET /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Главная: генератор + список паролей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POST /generate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Генерация пароля → JSON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6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POST /save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Сохранение в БД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GET/POST /edit/&lt;id&gt;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Редактирование записи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6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FB950"/>
                          </a:solidFill>
                          <a:latin typeface="Courier New" panose="02070309020205020404" pitchFamily="34" charset="0"/>
                          <a:ea typeface="Courier New" panose="02070309020205020404" pitchFamily="34" charset="-122"/>
                          <a:cs typeface="Courier New" panose="02070309020205020404" pitchFamily="34" charset="-120"/>
                        </a:rPr>
                        <a:t>POST /delete/&lt;id&gt;</a:t>
                      </a:r>
                      <a:endParaRPr lang="en-US" sz="1000" dirty="0">
                        <a:latin typeface="Courier New" panose="02070309020205020404" pitchFamily="34" charset="0"/>
                        <a:ea typeface="Courier New" panose="02070309020205020404" pitchFamily="34" charset="0"/>
                        <a:cs typeface="Courier New" panose="020703090202050204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Удаление записи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Самая интересная часть кода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515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app.py — генерация пароля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937760" cy="3291840"/>
          </a:xfrm>
          <a:prstGeom prst="rect">
            <a:avLst/>
          </a:prstGeom>
          <a:noFill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def </a:t>
            </a:r>
            <a:r>
              <a:rPr lang="en-US" sz="1100" dirty="0">
                <a:solidFill>
                  <a:srgbClr val="3FB9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generate</a:t>
            </a:r>
            <a:r>
              <a:rPr lang="en-US" sz="11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length = </a:t>
            </a:r>
            <a:r>
              <a:rPr lang="en-US" sz="1100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</a:t>
            </a:r>
            <a:r>
              <a:rPr lang="en-US" sz="11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(request.form.</a:t>
            </a:r>
            <a:r>
              <a:rPr lang="en-US" sz="1100" dirty="0">
                <a:solidFill>
                  <a:srgbClr val="3FB9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</a:t>
            </a:r>
            <a:r>
              <a:rPr lang="en-US" sz="11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('length', </a:t>
            </a:r>
            <a:r>
              <a:rPr lang="en-US" sz="1100" dirty="0">
                <a:solidFill>
                  <a:srgbClr val="F0883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</a:t>
            </a:r>
            <a:r>
              <a:rPr lang="en-US" sz="11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chars = string.ascii_lowercase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</a:t>
            </a:r>
            <a:r>
              <a:rPr lang="en-US" sz="11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use_upper: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chars += string.ascii_uppercase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required.</a:t>
            </a:r>
            <a:r>
              <a:rPr lang="en-US" sz="1100" dirty="0">
                <a:solidFill>
                  <a:srgbClr val="3FB9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append</a:t>
            </a:r>
            <a:r>
              <a:rPr lang="en-US" sz="11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(random.</a:t>
            </a:r>
            <a:r>
              <a:rPr lang="en-US" sz="1100" dirty="0">
                <a:solidFill>
                  <a:srgbClr val="3FB9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choice</a:t>
            </a:r>
            <a:r>
              <a:rPr lang="en-US" sz="11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(string.ascii_uppercase))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# Перемешиваем для случайного порядка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random.</a:t>
            </a:r>
            <a:r>
              <a:rPr lang="en-US" sz="1100" dirty="0">
                <a:solidFill>
                  <a:srgbClr val="3FB9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shuffle</a:t>
            </a:r>
            <a:r>
              <a:rPr lang="en-US" sz="11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(password)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</a:t>
            </a:r>
            <a:r>
              <a:rPr lang="en-US" sz="1100" dirty="0">
                <a:solidFill>
                  <a:srgbClr val="3FB9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jsonify</a:t>
            </a:r>
            <a:r>
              <a:rPr lang="en-US" sz="11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({'password': </a:t>
            </a:r>
            <a:r>
              <a:rPr lang="en-US" sz="1100" dirty="0">
                <a:solidFill>
                  <a:srgbClr val="F0883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''.join(password)</a:t>
            </a:r>
            <a:r>
              <a:rPr lang="en-US" sz="1100" dirty="0">
                <a:solidFill>
                  <a:srgbClr val="E6ED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0" y="1005840"/>
            <a:ext cx="3108960" cy="3840480"/>
          </a:xfrm>
          <a:prstGeom prst="roundRect">
            <a:avLst>
              <a:gd name="adj" fmla="val 2941"/>
            </a:avLst>
          </a:prstGeom>
          <a:solidFill>
            <a:srgbClr val="161B22"/>
          </a:solidFill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0972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Почему это интересно?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1600200"/>
            <a:ext cx="292608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Гарантия сложности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Алгоритм сначала добавляет обязательные символы из каждой выбранной категории, затем заполняет остаток случайными символами.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Перемешивание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random.shuffle() гарантирует, что обязательные символы не окажутся в начале пароля.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API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Пароль генерируется без перезагрузки страницы через Fetch API → instant UX.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Тестирование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131A13"/>
          </a:solidFill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32688" y="118872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Главная страница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61848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Код ответа GET / == 200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131A13"/>
          </a:solidFill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4231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24231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Добавление объекта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85292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 /save → запись появляется в БД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56616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131A13"/>
          </a:solidFill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365760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Поиск / фильтрация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408736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/?q=GitLab → Amazon не возвращается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09728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131A13"/>
          </a:solidFill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1887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67528" y="118872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Обработка 404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161848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/edit/99999 и /delete/99999 → 404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33172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131A13"/>
          </a:solidFill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4231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67528" y="24231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Валидация данных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285292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Пустые label и password → 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356616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131A13"/>
          </a:solidFill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36576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67528" y="365760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Генератор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408736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length=20 → пароль ровно 20 символов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6 тестов пройдено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Итоги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743200" cy="3749040"/>
          </a:xfrm>
          <a:prstGeom prst="roundRect">
            <a:avLst>
              <a:gd name="adj" fmla="val 4000"/>
            </a:avLst>
          </a:prstGeom>
          <a:solidFill>
            <a:srgbClr val="132213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887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Что получилось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256032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Рабочий Flask-сайт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маршрутов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хранилище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Тёмный UI без фреймворков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тестов (pytest)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Документация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743200" cy="3749040"/>
          </a:xfrm>
          <a:prstGeom prst="roundRect">
            <a:avLst>
              <a:gd name="adj" fmla="val 4000"/>
            </a:avLst>
          </a:prstGeom>
          <a:solidFill>
            <a:srgbClr val="221A13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1887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Что было сложно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1691640"/>
            <a:ext cx="256032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Настройка SQLite с g (flask context)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 API + скрытый input для передачи пароля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Написание тестов без pytest в окружении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743200" cy="3749040"/>
          </a:xfrm>
          <a:prstGeom prst="roundRect">
            <a:avLst>
              <a:gd name="adj" fmla="val 4000"/>
            </a:avLst>
          </a:prstGeom>
          <a:solidFill>
            <a:srgbClr val="1313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1887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Что добавить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691640"/>
            <a:ext cx="256032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Шифрование паролей (Fernet)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Аутентификация пользователей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Оценка надёжности пароля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Экспорт в CSV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2442</Words>
  <Application>WPS Presentation</Application>
  <PresentationFormat>On-screen Show (16:9)</PresentationFormat>
  <Paragraphs>205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PassVault — Генератор паролей</dc:title>
  <dc:creator>PptxGenJS</dc:creator>
  <dc:subject>PptxGenJS Presentation</dc:subject>
  <cp:lastModifiedBy>Dinar</cp:lastModifiedBy>
  <cp:revision>2</cp:revision>
  <dcterms:created xsi:type="dcterms:W3CDTF">2026-06-21T12:25:00Z</dcterms:created>
  <dcterms:modified xsi:type="dcterms:W3CDTF">2026-06-21T12:30:29Z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8ECA68BF648242BD81BD0A90BA9C00E3_12</vt:lpwstr>
  </property>
  <property fmtid="{D5CDD505-2E9C-101B-9397-08002B2CF9AE}" pid="3" name="KSOProductBuildVer">
    <vt:lpwstr>1049-12.1.0.26880</vt:lpwstr>
  </property>
</Properties>
</file>